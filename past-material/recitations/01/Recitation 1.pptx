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c29a765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c29a765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c29a765f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fc29a765f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c06717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c06717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c0671703d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c0671703d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c0671703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fc0671703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c0671703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c0671703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c0671703d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c0671703d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c0671703d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c0671703d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4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anubis-lms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Recitation 1</a:t>
            </a:r>
            <a:endParaRPr dirty="0"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Welcome to Comp Arch!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Recitation</a:t>
            </a:r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Routine: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10 ~ 20 min of presentation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Work on practice questions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Go over answers in the end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Grading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Showing up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Participation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Submit a txt file with the correct name (recitationN.txt)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Check out at the end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Environment</a:t>
            </a:r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 a Linux environment for your homeworks / projects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Anubis LMS: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Anubis LMS (anubis-lms.io)</a:t>
            </a:r>
            <a:r>
              <a:rPr lang="en" sz="1800"/>
              <a:t> (recommended)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Vital: Gives a remote desktop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VMware fusion / workstation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WSL: Windows only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Linux: Just run linux on your computer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Mac: Not advised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any environment other than Anubis, you are responsible for configuring the environment to have all necessary tools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System</a:t>
            </a:r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Decimal: 1,   2,     5,     10,       20,         50,   	     100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Binary:    1, 10, 101, 1010, 10100, 110010, 1100100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Hex:        1,   2,     5,      A,       14,         32,           64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Binary should have a 0b prefix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Hex should have a 0x prefix or h suffix</a:t>
            </a:r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1"/>
          </p:nvPr>
        </p:nvSpPr>
        <p:spPr>
          <a:xfrm>
            <a:off x="311700" y="3124575"/>
            <a:ext cx="85206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Binary -&gt; Hex: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Break bits into sets of 4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0011_0010 (50) -&gt; 32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0110_0100 (100) -&gt; 64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&amp; AND Gates</a:t>
            </a:r>
            <a:endParaRPr/>
          </a:p>
        </p:txBody>
      </p:sp>
      <p:pic>
        <p:nvPicPr>
          <p:cNvPr id="125" name="Google Shape;1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92890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6540" y="1170125"/>
            <a:ext cx="278489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&amp; XOR Gates</a:t>
            </a:r>
            <a:endParaRPr/>
          </a:p>
        </p:txBody>
      </p:sp>
      <p:pic>
        <p:nvPicPr>
          <p:cNvPr id="132" name="Google Shape;1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92890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6540" y="1170125"/>
            <a:ext cx="2784890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925" y="1370650"/>
            <a:ext cx="3253625" cy="37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6813" y="1322725"/>
            <a:ext cx="2504340" cy="37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NAND Gates</a:t>
            </a:r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r="9264"/>
          <a:stretch/>
        </p:blipFill>
        <p:spPr>
          <a:xfrm>
            <a:off x="152400" y="1170125"/>
            <a:ext cx="4167225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1875" y="1380250"/>
            <a:ext cx="2235256" cy="366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Algebraic Notation</a:t>
            </a:r>
            <a:endParaRPr/>
          </a:p>
        </p:txBody>
      </p:sp>
      <p:pic>
        <p:nvPicPr>
          <p:cNvPr id="148" name="Google Shape;1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889725" cy="36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2"/>
          <p:cNvSpPr txBox="1">
            <a:spLocks noGrp="1"/>
          </p:cNvSpPr>
          <p:nvPr>
            <p:ph type="body" idx="1"/>
          </p:nvPr>
        </p:nvSpPr>
        <p:spPr>
          <a:xfrm>
            <a:off x="235025" y="4687025"/>
            <a:ext cx="4748400" cy="8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00"/>
              <a:t>01-intro-and-gates.pdf page 23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2’s Complement</a:t>
            </a:r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03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 way to represent negative numbers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Must have fixed bit width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Conversion:</a:t>
            </a:r>
            <a:endParaRPr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Flip all bits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Add 1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- [00101101 (45)] = 11010010 + 1 = 11010011 (-45)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On-screen Show (16:9)</PresentationFormat>
  <Paragraphs>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Simple Light</vt:lpstr>
      <vt:lpstr>Simple Light</vt:lpstr>
      <vt:lpstr>Recitation 1</vt:lpstr>
      <vt:lpstr>About Recitation</vt:lpstr>
      <vt:lpstr>Linux Environment</vt:lpstr>
      <vt:lpstr>Number System</vt:lpstr>
      <vt:lpstr>NOT &amp; AND Gates</vt:lpstr>
      <vt:lpstr>OR &amp; XOR Gates</vt:lpstr>
      <vt:lpstr>NAND Gates</vt:lpstr>
      <vt:lpstr>Algebraic Notation</vt:lpstr>
      <vt:lpstr>2’s Complement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Josef Aronov</cp:lastModifiedBy>
  <cp:revision>1</cp:revision>
  <dcterms:modified xsi:type="dcterms:W3CDTF">2025-09-04T01:57:01Z</dcterms:modified>
</cp:coreProperties>
</file>