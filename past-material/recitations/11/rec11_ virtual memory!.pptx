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c73a0ac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c73a0ac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9c73a0ac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9c73a0ac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9c73a0ac2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9c73a0ac2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9c73a0ac2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9c73a0ac2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9c8fc011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9c8fc011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c8fc011d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c8fc011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9c8fc011d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9c8fc011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c8fc011d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9c8fc011d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9c8fc011d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9c8fc011d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9c8fc011d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9c8fc011d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c8fc011d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9c8fc011d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9c8fc011d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9c8fc011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rec11: </a:t>
            </a:r>
            <a:r>
              <a:rPr lang="en"/>
              <a:t>virtual</a:t>
            </a:r>
            <a:r>
              <a:rPr lang="en"/>
              <a:t> memory!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more memory for multiple programs than we have in physical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Prevent programs from reading/writing to each other’s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programs try to store something at the same address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Terms: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Page</a:t>
            </a:r>
            <a:r>
              <a:rPr lang="en"/>
              <a:t>: block of memory (typically 4KB, or 4096 bytes)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Virtual address</a:t>
            </a:r>
            <a:r>
              <a:rPr lang="en"/>
              <a:t>: </a:t>
            </a:r>
            <a:r>
              <a:rPr lang="en"/>
              <a:t>visible</a:t>
            </a:r>
            <a:r>
              <a:rPr lang="en"/>
              <a:t> to applications to access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Physical address</a:t>
            </a:r>
            <a:r>
              <a:rPr lang="en"/>
              <a:t>: address on physical hardware of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Address space</a:t>
            </a:r>
            <a:r>
              <a:rPr lang="en"/>
              <a:t>: set of memory addresses that are available to a program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have virtual address space and physical address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Page table</a:t>
            </a:r>
            <a:r>
              <a:rPr lang="en"/>
              <a:t>: data structure for mapping virtual page to physical page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 from VA to PA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59300" y="3864875"/>
            <a:ext cx="3347700" cy="9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Multiple programs can behave as if they have access to all of memory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98" y="1170123"/>
            <a:ext cx="3347625" cy="2374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9325" y="1170125"/>
            <a:ext cx="2441998" cy="2374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3725" y="1170125"/>
            <a:ext cx="2419242" cy="2374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659325" y="3662975"/>
            <a:ext cx="2442000" cy="13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Homonym: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same virtual address</a:t>
            </a:r>
            <a:r>
              <a:rPr lang="en"/>
              <a:t> in different applications map to </a:t>
            </a:r>
            <a:r>
              <a:rPr b="1" lang="en"/>
              <a:t>different </a:t>
            </a:r>
            <a:r>
              <a:rPr b="1" lang="en"/>
              <a:t>physical</a:t>
            </a:r>
            <a:r>
              <a:rPr b="1" lang="en"/>
              <a:t> addresses</a:t>
            </a:r>
            <a:endParaRPr b="1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6253650" y="3662975"/>
            <a:ext cx="2442000" cy="13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Synonym</a:t>
            </a:r>
            <a:r>
              <a:rPr lang="en"/>
              <a:t>: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different</a:t>
            </a:r>
            <a:r>
              <a:rPr b="1" lang="en"/>
              <a:t> virtual addresses</a:t>
            </a:r>
            <a:r>
              <a:rPr lang="en"/>
              <a:t> in different applications map to </a:t>
            </a:r>
            <a:r>
              <a:rPr b="1" lang="en"/>
              <a:t>same </a:t>
            </a:r>
            <a:r>
              <a:rPr b="1" lang="en"/>
              <a:t>physical addresses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translation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page size is 4KB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32 bit address, which bits will represent page </a:t>
            </a:r>
            <a:r>
              <a:rPr lang="en"/>
              <a:t>number</a:t>
            </a:r>
            <a:r>
              <a:rPr lang="en"/>
              <a:t> and page offset?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12 bits to indicate page </a:t>
            </a:r>
            <a:r>
              <a:rPr lang="en"/>
              <a:t>offset</a:t>
            </a:r>
            <a:r>
              <a:rPr lang="en"/>
              <a:t> (memory location within page)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Remaining 20 bits indicate page 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Page_num = address // page_size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Page_offset = address % page_size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77" y="2571750"/>
            <a:ext cx="3885000" cy="20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translation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75" y="1326212"/>
            <a:ext cx="4833374" cy="2491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4550" y="770375"/>
            <a:ext cx="4048251" cy="3602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7"/>
          <p:cNvSpPr/>
          <p:nvPr/>
        </p:nvSpPr>
        <p:spPr>
          <a:xfrm>
            <a:off x="5340100" y="1936250"/>
            <a:ext cx="2777400" cy="1417200"/>
          </a:xfrm>
          <a:prstGeom prst="rect">
            <a:avLst/>
          </a:prstGeom>
          <a:solidFill>
            <a:srgbClr val="FF0000">
              <a:alpha val="226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5481075" y="1437125"/>
            <a:ext cx="3402300" cy="362100"/>
          </a:xfrm>
          <a:prstGeom prst="rect">
            <a:avLst/>
          </a:prstGeom>
          <a:solidFill>
            <a:srgbClr val="00FF26">
              <a:alpha val="226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5561375" y="3864100"/>
            <a:ext cx="3321900" cy="336000"/>
          </a:xfrm>
          <a:prstGeom prst="rect">
            <a:avLst/>
          </a:prstGeom>
          <a:solidFill>
            <a:srgbClr val="00F1FF">
              <a:alpha val="226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Table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627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and managed by 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process (instance of a program) has its own page 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get a physical address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Page offset = virtual address % page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Virtual page = virtual address // page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Physical page → from page table look up with virtual address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Physical address = ( physical page * page size ) + page offset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 bit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 if there is not a </a:t>
            </a:r>
            <a:r>
              <a:rPr lang="en"/>
              <a:t>physical</a:t>
            </a:r>
            <a:r>
              <a:rPr lang="en"/>
              <a:t> page assigned to correspond to the virtual page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is there 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do things that don’t fit in main memory go?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Disk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7775" y="1341438"/>
            <a:ext cx="1685925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300" y="352425"/>
            <a:ext cx="5105400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Swapping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614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there isn’t space in physical memory to swap pages into?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Evict pages from memory and swap to disk!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pages have been modified since they’ve been retrieved from disk?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entry in page table has a dirty bit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Initially set to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program writes to the page, dirty bit is set to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dirty bit is 1, the page is written to disk when evicted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does this sound like?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Write back cache policy!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1602" y="1346200"/>
            <a:ext cx="213360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125" y="0"/>
            <a:ext cx="628415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125" y="0"/>
            <a:ext cx="628415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/>
          <p:nvPr/>
        </p:nvSpPr>
        <p:spPr>
          <a:xfrm>
            <a:off x="6093550" y="3503050"/>
            <a:ext cx="1287900" cy="791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725" y="0"/>
            <a:ext cx="59005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shared address space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 and applications may share physical address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don’t want an application to be able to change OS data!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Protect bit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1, pages cannot be written to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901" y="1017729"/>
            <a:ext cx="4010099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rec11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set for rec11!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400"/>
              <a:t>(oh how far we’ve come from rec1… the good old days of number systems)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want to see how a page </a:t>
            </a:r>
            <a:r>
              <a:rPr lang="en"/>
              <a:t>table</a:t>
            </a:r>
            <a:r>
              <a:rPr lang="en"/>
              <a:t> is modified by a program, refer to slides 39-45 of the virtual memory lecture slides.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finish early, work on fixing your Project 1! Project 2 will </a:t>
            </a:r>
            <a:r>
              <a:rPr lang="en"/>
              <a:t>build</a:t>
            </a:r>
            <a:r>
              <a:rPr lang="en"/>
              <a:t> on this and you don’t want to be double penalized. Here to help :)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