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82ba326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82ba326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82ba326f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82ba326f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182ba326f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182ba326f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2ba326f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2ba326f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82ba326f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82ba326f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ae3f121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ae3f121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82ba326f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82ba326f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182ba326f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182ba326f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6b39729b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6b39729b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6b39729b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6b39729b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Recitation 6: E20 Single-Cycle</a:t>
            </a:r>
            <a:endParaRPr sz="4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CSUY 2214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00" y="152400"/>
            <a:ext cx="774880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4819850" y="1257750"/>
            <a:ext cx="3975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instrAddr</a:t>
            </a:r>
            <a:r>
              <a:rPr lang="en" sz="1600"/>
              <a:t>: </a:t>
            </a:r>
            <a:r>
              <a:rPr lang="en" sz="1600"/>
              <a:t>Address</a:t>
            </a:r>
            <a:r>
              <a:rPr lang="en" sz="1600"/>
              <a:t> of instruction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instrOut</a:t>
            </a:r>
            <a:r>
              <a:rPr lang="en" sz="1600"/>
              <a:t>: Instruction Value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dataAddr</a:t>
            </a:r>
            <a:r>
              <a:rPr lang="en" sz="1600"/>
              <a:t>: Memory address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dataIn</a:t>
            </a:r>
            <a:r>
              <a:rPr lang="en" sz="1600"/>
              <a:t>: Value input (sw)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dataOut</a:t>
            </a:r>
            <a:r>
              <a:rPr lang="en" sz="1600"/>
              <a:t>: Value output (lw)</a:t>
            </a:r>
            <a:endParaRPr sz="1600"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62053"/>
            <a:ext cx="3975600" cy="369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Registers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4961425" y="1423000"/>
            <a:ext cx="4026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TGT</a:t>
            </a:r>
            <a:r>
              <a:rPr lang="en" sz="1600"/>
              <a:t>: Destination register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SRC1</a:t>
            </a:r>
            <a:r>
              <a:rPr lang="en" sz="1600"/>
              <a:t>: Source register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SRC2</a:t>
            </a:r>
            <a:r>
              <a:rPr lang="en" sz="1600"/>
              <a:t>: Source register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SRC1dataOut</a:t>
            </a:r>
            <a:r>
              <a:rPr lang="en" sz="1600"/>
              <a:t>: Data in SRC1 reg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SRC2dataOut</a:t>
            </a:r>
            <a:r>
              <a:rPr lang="en" sz="1600"/>
              <a:t>: Data in SRC2 reg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TGTdataIn</a:t>
            </a:r>
            <a:r>
              <a:rPr lang="en" sz="1600"/>
              <a:t>: Data to write to TGT register</a:t>
            </a:r>
            <a:endParaRPr sz="160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75" y="1017725"/>
            <a:ext cx="413385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Signals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575" y="1017725"/>
            <a:ext cx="687484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688" y="152400"/>
            <a:ext cx="575262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/>
          <p:nvPr/>
        </p:nvSpPr>
        <p:spPr>
          <a:xfrm>
            <a:off x="1723025" y="1833175"/>
            <a:ext cx="5684400" cy="78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1740217" y="4195375"/>
            <a:ext cx="5684400" cy="78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119975" y="2986263"/>
            <a:ext cx="145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Always check first!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7568425" y="2986263"/>
            <a:ext cx="145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Should never be a “DC”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/>
          <p:nvPr/>
        </p:nvSpPr>
        <p:spPr>
          <a:xfrm flipH="1" rot="-5400000">
            <a:off x="973025" y="2135075"/>
            <a:ext cx="727500" cy="584700"/>
          </a:xfrm>
          <a:prstGeom prst="bentArrow">
            <a:avLst>
              <a:gd fmla="val 7675" name="adj1"/>
              <a:gd fmla="val 19343" name="adj2"/>
              <a:gd fmla="val 25000" name="adj3"/>
              <a:gd fmla="val 42996" name="adj4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 rot="5400000">
            <a:off x="7494775" y="2137325"/>
            <a:ext cx="727500" cy="580200"/>
          </a:xfrm>
          <a:prstGeom prst="bentArrow">
            <a:avLst>
              <a:gd fmla="val 7675" name="adj1"/>
              <a:gd fmla="val 19343" name="adj2"/>
              <a:gd fmla="val 25000" name="adj3"/>
              <a:gd fmla="val 42996" name="adj4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 rot="-5400000">
            <a:off x="973025" y="3932100"/>
            <a:ext cx="727500" cy="580200"/>
          </a:xfrm>
          <a:prstGeom prst="bentArrow">
            <a:avLst>
              <a:gd fmla="val 7675" name="adj1"/>
              <a:gd fmla="val 19343" name="adj2"/>
              <a:gd fmla="val 25000" name="adj3"/>
              <a:gd fmla="val 42996" name="adj4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 flipH="1" rot="5400000">
            <a:off x="7466575" y="3929850"/>
            <a:ext cx="727500" cy="584700"/>
          </a:xfrm>
          <a:prstGeom prst="bentArrow">
            <a:avLst>
              <a:gd fmla="val 7675" name="adj1"/>
              <a:gd fmla="val 19343" name="adj2"/>
              <a:gd fmla="val 25000" name="adj3"/>
              <a:gd fmla="val 42996" name="adj4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25" y="752200"/>
            <a:ext cx="4893900" cy="33840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>
            <p:ph type="title"/>
          </p:nvPr>
        </p:nvSpPr>
        <p:spPr>
          <a:xfrm>
            <a:off x="137275" y="132875"/>
            <a:ext cx="489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for Add: FUNCalu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0" l="0" r="37453" t="0"/>
          <a:stretch/>
        </p:blipFill>
        <p:spPr>
          <a:xfrm>
            <a:off x="5462525" y="179925"/>
            <a:ext cx="3479499" cy="465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/>
          <p:nvPr/>
        </p:nvSpPr>
        <p:spPr>
          <a:xfrm>
            <a:off x="5471700" y="422325"/>
            <a:ext cx="3571200" cy="982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2566575" y="1974100"/>
            <a:ext cx="1212300" cy="407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7170150" y="422325"/>
            <a:ext cx="7254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475" y="633525"/>
            <a:ext cx="4302661" cy="34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type="title"/>
          </p:nvPr>
        </p:nvSpPr>
        <p:spPr>
          <a:xfrm>
            <a:off x="137275" y="132875"/>
            <a:ext cx="319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for Add: MUXalu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4">
            <a:alphaModFix/>
          </a:blip>
          <a:srcRect b="0" l="0" r="37453" t="0"/>
          <a:stretch/>
        </p:blipFill>
        <p:spPr>
          <a:xfrm>
            <a:off x="5462525" y="179925"/>
            <a:ext cx="3479499" cy="465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/>
          <p:nvPr/>
        </p:nvSpPr>
        <p:spPr>
          <a:xfrm>
            <a:off x="5462525" y="1367950"/>
            <a:ext cx="3571200" cy="407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7179325" y="1367950"/>
            <a:ext cx="10008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2000" y="4103400"/>
            <a:ext cx="7062874" cy="10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2989850" y="3184125"/>
            <a:ext cx="5373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1520125" y="1468875"/>
            <a:ext cx="351600" cy="76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3832925" y="2171675"/>
            <a:ext cx="696600" cy="17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7179325" y="422325"/>
            <a:ext cx="7254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137275" y="132875"/>
            <a:ext cx="319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for Add: MUXpc</a:t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37453" t="0"/>
          <a:stretch/>
        </p:blipFill>
        <p:spPr>
          <a:xfrm>
            <a:off x="5462525" y="179925"/>
            <a:ext cx="3479499" cy="465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5462525" y="1747875"/>
            <a:ext cx="3571200" cy="788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7179325" y="1952450"/>
            <a:ext cx="10008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7179325" y="422325"/>
            <a:ext cx="7254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7208975" y="1393000"/>
            <a:ext cx="886200" cy="179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275" y="970975"/>
            <a:ext cx="5157724" cy="326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/>
          <p:nvPr/>
        </p:nvSpPr>
        <p:spPr>
          <a:xfrm>
            <a:off x="537775" y="1624025"/>
            <a:ext cx="371100" cy="144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1073375" y="1697825"/>
            <a:ext cx="154800" cy="144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137275" y="132875"/>
            <a:ext cx="319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for Add</a:t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37453" t="0"/>
          <a:stretch/>
        </p:blipFill>
        <p:spPr>
          <a:xfrm>
            <a:off x="5462525" y="179925"/>
            <a:ext cx="3479499" cy="465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7179325" y="422325"/>
            <a:ext cx="7254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7212600" y="1398850"/>
            <a:ext cx="917700" cy="161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7179325" y="1948725"/>
            <a:ext cx="9177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7179325" y="2521950"/>
            <a:ext cx="5886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7179325" y="2884750"/>
            <a:ext cx="8106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7179325" y="3645025"/>
            <a:ext cx="5886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7179325" y="4206575"/>
            <a:ext cx="8517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7179325" y="4405300"/>
            <a:ext cx="917700" cy="21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57975"/>
            <a:ext cx="5157725" cy="3186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