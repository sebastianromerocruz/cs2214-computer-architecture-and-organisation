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28f3ffe3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28f3ffe3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2a1c132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2a1c132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028f3ffe3d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028f3ffe3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028f3ffe3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028f3ffe3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028f3ffe3d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028f3ffe3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02a1c1325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02a1c1325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28f3ffe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028f3ffe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E15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Recitation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E15?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simplified learning language that </a:t>
            </a:r>
            <a:r>
              <a:rPr lang="en"/>
              <a:t>mimics</a:t>
            </a:r>
            <a:r>
              <a:rPr lang="en"/>
              <a:t> assembly language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4 registers (4-bit each)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Program counter (4-bit)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Zero flag (1-bit)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E15 program will contain 16 instructions from myROM[0] to myROM[15]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750" y="152400"/>
            <a:ext cx="714849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 format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275" y="1152475"/>
            <a:ext cx="4719650" cy="3714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3925" y="597125"/>
            <a:ext cx="4980399" cy="2410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Describe what each E15 instruction does. Include any effect on the registers, zero flag, or program counter: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AutoNum type="alphaLcPeriod"/>
            </a:pPr>
            <a:r>
              <a:rPr b="1"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{mov, Rg3, Rg1, 4’b0000}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AutoNum type="alphaLcPeriod"/>
            </a:pPr>
            <a:r>
              <a:rPr b="1"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{addi, RXX, Rg2, 4’b0101}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know when an E15 program has ended?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Infinite loop/jumping to the same instruction constantly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3938" y="2739100"/>
            <a:ext cx="5416125" cy="38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Useful things to know for exercises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If the sum of operations is zero, the zero flag is set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e.g {sub, Rg0, Rg0, 4’b000}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Registers wrap around when they u</a:t>
            </a:r>
            <a:r>
              <a:rPr lang="en"/>
              <a:t>nderflow and overflow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Program counter wraps around when it overflows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Advice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>
                <a:solidFill>
                  <a:schemeClr val="dk1"/>
                </a:solidFill>
              </a:rPr>
              <a:t>USE THE E15 CHEAT SHEET ON THE GUIDES</a:t>
            </a:r>
            <a:endParaRPr b="1"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